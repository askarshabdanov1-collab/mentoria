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464040" y="384048"/>
            <a:ext cx="1920240" cy="438912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A0C0B"/>
                </a:solidFill>
              </a:rPr>
              <a:t>01 /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38472"/>
                </a:solidFill>
              </a:rPr>
              <a:t>https://mentoria-compass.vercel.app  |  https://github.com/askarshabdanov1-collab/Mentoria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035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FFF55"/>
                </a:solidFill>
              </a:rPr>
              <a:t>MENTORIA COMPASS / TEAM MOGGER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195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EF0"/>
                </a:solidFill>
              </a:rPr>
              <a:t>Mentoria Compass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AAB8A9"/>
                </a:solidFill>
              </a:rPr>
              <a:t>Full-stack EdTech hub for opportunities, async learning, AI roadmap and CV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0469880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Team: Mogger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Captain: Shabdanov Askar / @LawDirr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Production product: https://mentoria-compass.vercel.app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GitHub repository: https://github.com/askarshabdanov1-collab/Mentoria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Demo accounts: student amina@mentoria.demo / demo123, admin admin@mentoria.demo / admin123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464040" y="384048"/>
            <a:ext cx="1920240" cy="438912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A0C0B"/>
                </a:solidFill>
              </a:rPr>
              <a:t>02 /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38472"/>
                </a:solidFill>
              </a:rPr>
              <a:t>https://mentoria-compass.vercel.app  |  https://github.com/askarshabdanov1-collab/Mentoria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035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FFF55"/>
                </a:solidFill>
              </a:rPr>
              <a:t>MENTORIA COMPASS / TEAM MOGGER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195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EF0"/>
                </a:solidFill>
              </a:rPr>
              <a:t>Why Mentoria Needs a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AAB8A9"/>
                </a:solidFill>
              </a:rPr>
              <a:t>Telegram and live calls are not enough when the organization grows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0469880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Students miss live lessons because of school, exams, time zones, internet access and personal schedules.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Opportunities are scattered across websites, Telegram channels, chats and documents.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Students do not know which competitions, scholarships or programs match their grade, interests and goals.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Mentoria admins need to add courses and opportunities without rebuilding the website or posting manually.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Partners, schools and sponsors need to see a professional scalable product, not only a chat community.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464040" y="384048"/>
            <a:ext cx="1920240" cy="438912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A0C0B"/>
                </a:solidFill>
              </a:rPr>
              <a:t>03 / 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38472"/>
                </a:solidFill>
              </a:rPr>
              <a:t>https://mentoria-compass.vercel.app  |  https://github.com/askarshabdanov1-collab/Mentoria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035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FFF55"/>
                </a:solidFill>
              </a:rPr>
              <a:t>MENTORIA COMPASS / TEAM MOGGER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195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EF0"/>
                </a:solidFill>
              </a:rPr>
              <a:t>Who the Product Is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AAB8A9"/>
                </a:solidFill>
              </a:rPr>
              <a:t>Students in grades 8-11 preparing for growth beyond school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0469880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Students from Kazakhstan and other countries who want academic and extracurricular opportunities.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Students preparing for university admissions, IELTS/SAT, scholarships and international programs.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Students interested in STEM, business, finance, social impact, programming, science and English.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Mentoria admins and mentors who need one place to manage learning content and student progress.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464040" y="384048"/>
            <a:ext cx="1920240" cy="438912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A0C0B"/>
                </a:solidFill>
              </a:rPr>
              <a:t>04 /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38472"/>
                </a:solidFill>
              </a:rPr>
              <a:t>https://mentoria-compass.vercel.app  |  https://github.com/askarshabdanov1-collab/Mentoria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035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FFF55"/>
                </a:solidFill>
              </a:rPr>
              <a:t>MENTORIA COMPASS / TEAM MOGGER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195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EF0"/>
                </a:solidFill>
              </a:rPr>
              <a:t>What Mentoria Compass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AAB8A9"/>
                </a:solidFill>
              </a:rPr>
              <a:t>One product connecting discovery, learning, progress and applications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0469880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Personal registration and student cabinet with saved opportunities, learning progress and deadlines.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Opportunity catalog with search, filters and match score based on profile tags.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Async courses with lessons, video placeholders, mini tasks and progress tracking.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AI Analysis that produces readiness score, risks, strengths and a weekly action plan.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Admin panel for publishing opportunities and courses through the backend API.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464040" y="384048"/>
            <a:ext cx="1920240" cy="438912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A0C0B"/>
                </a:solidFill>
              </a:rPr>
              <a:t>05 /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38472"/>
                </a:solidFill>
              </a:rPr>
              <a:t>https://mentoria-compass.vercel.app  |  https://github.com/askarshabdanov1-collab/Mentoria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035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FFF55"/>
                </a:solidFill>
              </a:rPr>
              <a:t>MENTORIA COMPASS / TEAM MOGGER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195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EF0"/>
                </a:solidFill>
              </a:rPr>
              <a:t>Main User Journey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AAB8A9"/>
                </a:solidFill>
              </a:rPr>
              <a:t>Designed to be shown clearly in a 4-minute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0469880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Student logs in or registers and fills profile: grade, country, school, English level, interests and goals.</a:t>
            </a:r>
          </a:p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Compass dashboard recommends opportunities and courses with profile match scores.</a:t>
            </a:r>
          </a:p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Student saves an opportunity, sees deadline pressure and starts a relevant course.</a:t>
            </a:r>
          </a:p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Student completes a lesson and the personal cabinet updates progress automatically.</a:t>
            </a:r>
          </a:p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Student opens AI Analysis and gets next actions for applications and learning.</a:t>
            </a:r>
          </a:p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Admin logs in and adds a new opportunity, which appears immediately in the catalog.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464040" y="384048"/>
            <a:ext cx="1920240" cy="438912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A0C0B"/>
                </a:solidFill>
              </a:rPr>
              <a:t>06 /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38472"/>
                </a:solidFill>
              </a:rPr>
              <a:t>https://mentoria-compass.vercel.app  |  https://github.com/askarshabdanov1-collab/Mentoria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035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FFF55"/>
                </a:solidFill>
              </a:rPr>
              <a:t>MENTORIA COMPASS / TEAM MOGGER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195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EF0"/>
                </a:solidFill>
              </a:rPr>
              <a:t>AI Roadmap and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AAB8A9"/>
                </a:solidFill>
              </a:rPr>
              <a:t>Practical analysis that works instantly without external API keys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0469880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Readiness score is calculated from profile completeness, saved opportunities, course progress and deadline urgency.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The system detects risks: missing saved opportunities, low progress, close deadlines and weak portfolio focus.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Students receive concrete next actions, not generic advice.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Weekly plan turns recommendations into daily tasks: choose opportunity, finish lesson, draft answer, ask mentor, submit.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This helps Mentoria increase retention because students always know the next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464040" y="384048"/>
            <a:ext cx="1920240" cy="438912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A0C0B"/>
                </a:solidFill>
              </a:rPr>
              <a:t>07 / CV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38472"/>
                </a:solidFill>
              </a:rPr>
              <a:t>https://mentoria-compass.vercel.app  |  https://github.com/askarshabdanov1-collab/Mentoria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035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FFF55"/>
                </a:solidFill>
              </a:rPr>
              <a:t>MENTORIA COMPASS / TEAM MOGGER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195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EF0"/>
                </a:solidFill>
              </a:rPr>
              <a:t>CV Review: Find Gaps and Improve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AAB8A9"/>
                </a:solidFill>
              </a:rPr>
              <a:t>Students can upload or paste a CV and receive application-focused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0469880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The platform checks whether the CV has contact details, education, projects, skills, awards and links.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It detects weak evidence: no numbers, passive bullets, missing portfolio links and unclear achievements.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Students get a CV readiness score and prioritized gaps to fix first.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The tool suggests concrete improvements: stronger summary, quantified impact, project section and rewritten bullets.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CV reviews are saved in the student account so progress can be revisited later.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464040" y="384048"/>
            <a:ext cx="1920240" cy="438912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A0C0B"/>
                </a:solidFill>
              </a:rPr>
              <a:t>08 /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38472"/>
                </a:solidFill>
              </a:rPr>
              <a:t>https://mentoria-compass.vercel.app  |  https://github.com/askarshabdanov1-collab/Mentoria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035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FFF55"/>
                </a:solidFill>
              </a:rPr>
              <a:t>MENTORIA COMPASS / TEAM MOGGER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195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EF0"/>
                </a:solidFill>
              </a:rPr>
              <a:t>Technical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AAB8A9"/>
                </a:solidFill>
              </a:rPr>
              <a:t>Full-stack app deployed to 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0469880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Frontend: React + Vite dashboard with responsive navigation and product-style UI.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Backend: Node API with auth, user profile, progress, saved items, admin content and CV analysis routes.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Authentication: registration, login, logout and bearer-token sessions.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Deployment: Vercel production app connected to GitHub repository.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Current storage: JSON seed/serverless storage for hackathon delivery; next production step is Supabase/Neon Postgres.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464040" y="384048"/>
            <a:ext cx="1920240" cy="438912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A0C0B"/>
                </a:solidFill>
              </a:rPr>
              <a:t>09 /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38472"/>
                </a:solidFill>
              </a:rPr>
              <a:t>https://mentoria-compass.vercel.app  |  https://github.com/askarshabdanov1-collab/Mentoria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035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FFF55"/>
                </a:solidFill>
              </a:rPr>
              <a:t>MENTORIA COMPASS / TEAM MOGGER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195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EF0"/>
                </a:solidFill>
              </a:rPr>
              <a:t>Impact for Mentoria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AAB8A9"/>
                </a:solidFill>
              </a:rPr>
              <a:t>How the product helps Mentoria scale beyond manual Telegram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0469880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Scales async learning: students can study even when they cannot attend live lessons.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Centralizes opportunities: courses, deadlines, recommendations and saved items are in one place.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Improves retention: progress bars, deadlines, AI next steps and CV feedback keep students engaged.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Improves professional image: Mentoria can show schools, sponsors and partners a real digital platform.</a:t>
            </a:r>
          </a:p>
          <a:p>
            <a:pPr>
              <a:spcAft>
                <a:spcPts val="700"/>
              </a:spcAft>
              <a:defRPr sz="1800">
                <a:solidFill>
                  <a:srgbClr val="E6EADA"/>
                </a:solidFill>
              </a:defRPr>
            </a:pPr>
            <a:r>
              <a:t>Reduces admin load: admins add opportunities and courses through a panel instead of rebuilding or reposting.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FFF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464040" y="384048"/>
            <a:ext cx="1920240" cy="438912"/>
          </a:xfrm>
          <a:prstGeom prst="rect">
            <a:avLst/>
          </a:prstGeom>
          <a:solidFill>
            <a:srgbClr val="5AD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A0C0B"/>
                </a:solidFill>
              </a:rPr>
              <a:t>10 /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46520"/>
            <a:ext cx="10698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738472"/>
                </a:solidFill>
              </a:rPr>
              <a:t>https://mentoria-compass.vercel.app  |  https://github.com/askarshabdanov1-collab/Mentoria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30352"/>
            <a:ext cx="8686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FFF55"/>
                </a:solidFill>
              </a:rPr>
              <a:t>MENTORIA COMPASS / TEAM MOGGER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96112"/>
            <a:ext cx="10195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EF0"/>
                </a:solidFill>
              </a:rPr>
              <a:t>What Comes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62763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AAB8A9"/>
                </a:solidFill>
              </a:rPr>
              <a:t>Clear path from hackathon MVP to real Mentoria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10469880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Connect persistent production database: Supabase or Neon Postgres.</a:t>
            </a:r>
          </a:p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Add Telegram/email reminders for saved opportunity deadlines.</a:t>
            </a:r>
          </a:p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Add mentor portal for uploading lessons, checking assignments and leaving feedback.</a:t>
            </a:r>
          </a:p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Add multilingual interface: Russian, English and Kazakh.</a:t>
            </a:r>
          </a:p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Add certificates, leaderboard and advanced roadmap for grades 8, 9, 10 and 11.</a:t>
            </a:r>
          </a:p>
          <a:p>
            <a:pPr>
              <a:spcAft>
                <a:spcPts val="700"/>
              </a:spcAft>
              <a:defRPr sz="1700">
                <a:solidFill>
                  <a:srgbClr val="E6EADA"/>
                </a:solidFill>
              </a:defRPr>
            </a:pPr>
            <a:r>
              <a:t>Add real AI integration for deeper CV and essay review when API keys are available.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