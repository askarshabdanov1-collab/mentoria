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FF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64040" y="384048"/>
            <a:ext cx="1920240" cy="438912"/>
          </a:xfrm>
          <a:prstGeom prst="rect">
            <a:avLst/>
          </a:prstGeom>
          <a:solidFill>
            <a:srgbClr val="5A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0C0B"/>
                </a:solidFill>
              </a:rPr>
              <a:t>01 /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472"/>
                </a:solidFill>
              </a:rPr>
              <a:t>https://mentoria-compass.vercel.app  |  https://github.com/askarshabdanov1-collab/Mentoria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FFF55"/>
                </a:solidFill>
              </a:rPr>
              <a:t>MENTORIA COMPASS / КОМАНДА MOGGER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195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EF0"/>
                </a:solidFill>
              </a:rPr>
              <a:t>Mentoria 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276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AAB8A9"/>
                </a:solidFill>
              </a:rPr>
              <a:t>Full-stack EdTech-платформа для возможностей, асинхронного обучения, AI-roadmap и анализа 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1046988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Команда: Mogger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Капитан: Шабданов Аскар / @LawDirr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Готовый продукт: https://mentoria-compass.vercel.app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GitHub-репозиторий: https://github.com/askarshabdanov1-collab/Mentoria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Демо-аккаунты: ученик amina@mentoria.demo / demo123, админ admin@mentoria.demo / admin123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FF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64040" y="384048"/>
            <a:ext cx="1920240" cy="438912"/>
          </a:xfrm>
          <a:prstGeom prst="rect">
            <a:avLst/>
          </a:prstGeom>
          <a:solidFill>
            <a:srgbClr val="5A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0C0B"/>
                </a:solidFill>
              </a:rPr>
              <a:t>02 /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472"/>
                </a:solidFill>
              </a:rPr>
              <a:t>https://mentoria-compass.vercel.app  |  https://github.com/askarshabdanov1-collab/Mentoria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FFF55"/>
                </a:solidFill>
              </a:rPr>
              <a:t>MENTORIA COMPASS / КОМАНДА MOGGER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195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EF0"/>
                </a:solidFill>
              </a:rPr>
              <a:t>Зачем Mentoria нужна платформа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276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AAB8A9"/>
                </a:solidFill>
              </a:rPr>
              <a:t>Telegram и живые занятия перестают масштабироваться, когда организация растёт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1046988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Ученики пропускают живые уроки из-за школы, экзаменов, часовых поясов, интернета и личного расписания.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Возможности разбросаны по сайтам, Telegram-каналам, чатам и документам.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Ученикам сложно понять, какие конкурсы, стипендии и программы подходят их классу, интересам и целям.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Администраторам Mentoria нужно добавлять курсы и возможности без пересборки сайта и ручных постов.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Партнёрам, школам и спонсорам важно видеть профессиональный масштабируемый продукт, а не только чат.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FF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64040" y="384048"/>
            <a:ext cx="1920240" cy="438912"/>
          </a:xfrm>
          <a:prstGeom prst="rect">
            <a:avLst/>
          </a:prstGeom>
          <a:solidFill>
            <a:srgbClr val="5A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0C0B"/>
                </a:solidFill>
              </a:rPr>
              <a:t>03 / Аудитория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472"/>
                </a:solidFill>
              </a:rPr>
              <a:t>https://mentoria-compass.vercel.app  |  https://github.com/askarshabdanov1-collab/Mentoria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FFF55"/>
                </a:solidFill>
              </a:rPr>
              <a:t>MENTORIA COMPASS / КОМАНДА MOGGER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195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EF0"/>
                </a:solidFill>
              </a:rPr>
              <a:t>Для кого создан продукт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276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AAB8A9"/>
                </a:solidFill>
              </a:rPr>
              <a:t>Ученики 8-11 классов, которые хотят развиваться за пределами школы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1046988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Ученики из Казахстана и других стран, которые ищут академические и внеклассные возможности.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Ученики, готовящиеся к поступлению, IELTS/SAT, стипендиям и международным программам.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Ученики, которым интересны STEM, бизнес, финансы, social impact, программирование, наука и английский.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Администраторы и менторы Mentoria, которым нужно управлять контентом и прогрессом учеников в одном месте.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FF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64040" y="384048"/>
            <a:ext cx="1920240" cy="438912"/>
          </a:xfrm>
          <a:prstGeom prst="rect">
            <a:avLst/>
          </a:prstGeom>
          <a:solidFill>
            <a:srgbClr val="5A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0C0B"/>
                </a:solidFill>
              </a:rPr>
              <a:t>04 /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472"/>
                </a:solidFill>
              </a:rPr>
              <a:t>https://mentoria-compass.vercel.app  |  https://github.com/askarshabdanov1-collab/Mentoria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FFF55"/>
                </a:solidFill>
              </a:rPr>
              <a:t>MENTORIA COMPASS / КОМАНДА MOGGER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195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EF0"/>
                </a:solidFill>
              </a:rPr>
              <a:t>Что делает Mentoria Compass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276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AAB8A9"/>
                </a:solidFill>
              </a:rPr>
              <a:t>Один продукт, который соединяет поиск возможностей, обучение, прогресс и заявки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1046988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Регистрация и личный кабинет ученика с сохранёнными возможностями, прогрессом и дедлайнами.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Каталог возможностей с поиском, фильтрами и match score на основе профиля.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Асинхронные курсы с уроками, видео-плейсхолдерами, мини-заданиями и отслеживанием прогресса.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AI Analysis: readiness score, риски, сильные стороны и недельный план действий.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Админ-панель для публикации возможностей и курсов через backend API.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FF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64040" y="384048"/>
            <a:ext cx="1920240" cy="438912"/>
          </a:xfrm>
          <a:prstGeom prst="rect">
            <a:avLst/>
          </a:prstGeom>
          <a:solidFill>
            <a:srgbClr val="5A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0C0B"/>
                </a:solidFill>
              </a:rPr>
              <a:t>05 / Сценарий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472"/>
                </a:solidFill>
              </a:rPr>
              <a:t>https://mentoria-compass.vercel.app  |  https://github.com/askarshabdanov1-collab/Mentoria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FFF55"/>
                </a:solidFill>
              </a:rPr>
              <a:t>MENTORIA COMPASS / КОМАНДА MOGGER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195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EF0"/>
                </a:solidFill>
              </a:rPr>
              <a:t>Основной пользовательский путь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276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AAB8A9"/>
                </a:solidFill>
              </a:rPr>
              <a:t>Сценарий удобно показать в 4-минутном демо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1046988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6EADA"/>
                </a:solidFill>
              </a:defRPr>
            </a:pPr>
            <a:r>
              <a:t>Ученик регистрируется или входит и заполняет профиль: класс, страна, школа, английский, интересы и цели.</a:t>
            </a:r>
          </a:p>
          <a:p>
            <a:pPr>
              <a:spcAft>
                <a:spcPts val="700"/>
              </a:spcAft>
              <a:defRPr sz="1700">
                <a:solidFill>
                  <a:srgbClr val="E6EADA"/>
                </a:solidFill>
              </a:defRPr>
            </a:pPr>
            <a:r>
              <a:t>Compass dashboard рекомендует возможности и курсы с match score.</a:t>
            </a:r>
          </a:p>
          <a:p>
            <a:pPr>
              <a:spcAft>
                <a:spcPts val="700"/>
              </a:spcAft>
              <a:defRPr sz="1700">
                <a:solidFill>
                  <a:srgbClr val="E6EADA"/>
                </a:solidFill>
              </a:defRPr>
            </a:pPr>
            <a:r>
              <a:t>Ученик сохраняет возможность, видит дедлайн и начинает подходящий курс.</a:t>
            </a:r>
          </a:p>
          <a:p>
            <a:pPr>
              <a:spcAft>
                <a:spcPts val="700"/>
              </a:spcAft>
              <a:defRPr sz="1700">
                <a:solidFill>
                  <a:srgbClr val="E6EADA"/>
                </a:solidFill>
              </a:defRPr>
            </a:pPr>
            <a:r>
              <a:t>Ученик завершает урок, а личный кабинет автоматически обновляет прогресс.</a:t>
            </a:r>
          </a:p>
          <a:p>
            <a:pPr>
              <a:spcAft>
                <a:spcPts val="700"/>
              </a:spcAft>
              <a:defRPr sz="1700">
                <a:solidFill>
                  <a:srgbClr val="E6EADA"/>
                </a:solidFill>
              </a:defRPr>
            </a:pPr>
            <a:r>
              <a:t>Ученик открывает AI Analysis и получает следующие шаги для заявок и обучения.</a:t>
            </a:r>
          </a:p>
          <a:p>
            <a:pPr>
              <a:spcAft>
                <a:spcPts val="700"/>
              </a:spcAft>
              <a:defRPr sz="1700">
                <a:solidFill>
                  <a:srgbClr val="E6EADA"/>
                </a:solidFill>
              </a:defRPr>
            </a:pPr>
            <a:r>
              <a:t>Админ входит и добавляет новую возможность, которая сразу появляется в каталоге.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FF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64040" y="384048"/>
            <a:ext cx="1920240" cy="438912"/>
          </a:xfrm>
          <a:prstGeom prst="rect">
            <a:avLst/>
          </a:prstGeom>
          <a:solidFill>
            <a:srgbClr val="5A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0C0B"/>
                </a:solidFill>
              </a:rPr>
              <a:t>06 /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472"/>
                </a:solidFill>
              </a:rPr>
              <a:t>https://mentoria-compass.vercel.app  |  https://github.com/askarshabdanov1-collab/Mentoria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FFF55"/>
                </a:solidFill>
              </a:rPr>
              <a:t>MENTORIA COMPASS / КОМАНДА MOGGER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195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EF0"/>
                </a:solidFill>
              </a:rPr>
              <a:t>AI-roadmap и рекомендации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276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AAB8A9"/>
                </a:solidFill>
              </a:rPr>
              <a:t>Практичный анализ, который работает сразу без внешних API-ключей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1046988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Readiness score считается по полноте профиля, сохранённым возможностям, прогрессу курсов и срочности дедлайнов.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Система находит риски: нет сохранённых возможностей, низкий прогресс, близкие дедлайны, слабый фокус на портфолио.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Ученик получает конкретные следующие действия, а не общие советы.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Недельный план превращает рекомендации в задачи: выбрать возможность, пройти урок, написать ответ, спросить ментора, отправить заявку.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Это повышает удержание: ученик всегда понимает, что делать дальше.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FF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64040" y="384048"/>
            <a:ext cx="1920240" cy="438912"/>
          </a:xfrm>
          <a:prstGeom prst="rect">
            <a:avLst/>
          </a:prstGeom>
          <a:solidFill>
            <a:srgbClr val="5A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0C0B"/>
                </a:solidFill>
              </a:rPr>
              <a:t>07 / CV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472"/>
                </a:solidFill>
              </a:rPr>
              <a:t>https://mentoria-compass.vercel.app  |  https://github.com/askarshabdanov1-collab/Mentoria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FFF55"/>
                </a:solidFill>
              </a:rPr>
              <a:t>MENTORIA COMPASS / КОМАНДА MOGGER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195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EF0"/>
                </a:solidFill>
              </a:rPr>
              <a:t>CV Review: найти дыры и улучшить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276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AAB8A9"/>
                </a:solidFill>
              </a:rPr>
              <a:t>Ученик может загрузить или вставить CV и получить фидбек под заявки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1046988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Платформа проверяет, есть ли контакты, образование, проекты, навыки, достижения и ссылки.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Система находит слабые места: нет цифр, пассивные bullets, нет portfolio/GitHub-ссылок, неясные достижения.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Ученик получает CV readiness score и приоритетные дыры, которые нужно закрыть первыми.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Инструмент предлагает конкретные улучшения: сильный summary, измеримый impact, проектный раздел и переписанные bullets.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Анализы CV сохраняются в аккаунте ученика, чтобы можно было вернуться к прогрессу позже.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FF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64040" y="384048"/>
            <a:ext cx="1920240" cy="438912"/>
          </a:xfrm>
          <a:prstGeom prst="rect">
            <a:avLst/>
          </a:prstGeom>
          <a:solidFill>
            <a:srgbClr val="5A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0C0B"/>
                </a:solidFill>
              </a:rPr>
              <a:t>08 /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472"/>
                </a:solidFill>
              </a:rPr>
              <a:t>https://mentoria-compass.vercel.app  |  https://github.com/askarshabdanov1-collab/Mentoria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FFF55"/>
                </a:solidFill>
              </a:rPr>
              <a:t>MENTORIA COMPASS / КОМАНДА MOGGER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195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EF0"/>
                </a:solidFill>
              </a:rPr>
              <a:t>Техническая архитектура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276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AAB8A9"/>
                </a:solidFill>
              </a:rPr>
              <a:t>Full-stack приложение, задеплоенное в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1046988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Frontend: React + Vite dashboard с адаптивной навигацией и продуктовым UI.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Backend: Node API с auth, профилем, прогрессом, сохранёнными элементами, админ-контентом и CV analysis routes.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Аутентификация: регистрация, вход, выход и bearer-token sessions.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Deployment: production на Vercel, подключённый к GitHub-репозиторию.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Текущее хранение: JSON seed/serverless storage для хакатона; следующий шаг для production — Supabase/Neon Postgres.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FF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64040" y="384048"/>
            <a:ext cx="1920240" cy="438912"/>
          </a:xfrm>
          <a:prstGeom prst="rect">
            <a:avLst/>
          </a:prstGeom>
          <a:solidFill>
            <a:srgbClr val="5A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0C0B"/>
                </a:solidFill>
              </a:rPr>
              <a:t>09 /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472"/>
                </a:solidFill>
              </a:rPr>
              <a:t>https://mentoria-compass.vercel.app  |  https://github.com/askarshabdanov1-collab/Mentoria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FFF55"/>
                </a:solidFill>
              </a:rPr>
              <a:t>MENTORIA COMPASS / КОМАНДА MOGGER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195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EF0"/>
                </a:solidFill>
              </a:rPr>
              <a:t>Влияние для Mentoria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276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AAB8A9"/>
                </a:solidFill>
              </a:rPr>
              <a:t>Как продукт помогает Mentoria масштабироваться за пределы Telegram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1046988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Масштабирует асинхронное обучение: ученики могут учиться даже без live-занятий.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Централизует возможности: курсы, дедлайны, рекомендации и сохранённые элементы находятся в одном месте.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Повышает удержание: progress bars, дедлайны, AI next steps и CV feedback удерживают вовлечённость.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Усиливает профессиональный имидж: Mentoria может показать школам, спонсорам и партнёрам реальную платформу.</a:t>
            </a:r>
          </a:p>
          <a:p>
            <a:pPr>
              <a:spcAft>
                <a:spcPts val="700"/>
              </a:spcAft>
              <a:defRPr sz="1800">
                <a:solidFill>
                  <a:srgbClr val="E6EADA"/>
                </a:solidFill>
              </a:defRPr>
            </a:pPr>
            <a:r>
              <a:t>Снижает нагрузку на админов: возможности и курсы добавляются через панель, без пересборки и ручных постов.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FFF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464040" y="384048"/>
            <a:ext cx="1920240" cy="438912"/>
          </a:xfrm>
          <a:prstGeom prst="rect">
            <a:avLst/>
          </a:prstGeom>
          <a:solidFill>
            <a:srgbClr val="5AD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A0C0B"/>
                </a:solidFill>
              </a:rPr>
              <a:t>10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4652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738472"/>
                </a:solidFill>
              </a:rPr>
              <a:t>https://mentoria-compass.vercel.app  |  https://github.com/askarshabdanov1-collab/Mentoria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"/>
            <a:ext cx="8686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FFF55"/>
                </a:solidFill>
              </a:rPr>
              <a:t>MENTORIA COMPASS / КОМАНДА MOGGER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96112"/>
            <a:ext cx="101955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EF0"/>
                </a:solidFill>
              </a:rPr>
              <a:t>Что дальше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627632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AAB8A9"/>
                </a:solidFill>
              </a:rPr>
              <a:t>Путь от хакатонного MVP к реальному продукту Mentoria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1046988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E6EADA"/>
                </a:solidFill>
              </a:defRPr>
            </a:pPr>
            <a:r>
              <a:t>Подключить постоянную production-базу данных: Supabase или Neon Postgres.</a:t>
            </a:r>
          </a:p>
          <a:p>
            <a:pPr>
              <a:spcAft>
                <a:spcPts val="700"/>
              </a:spcAft>
              <a:defRPr sz="1700">
                <a:solidFill>
                  <a:srgbClr val="E6EADA"/>
                </a:solidFill>
              </a:defRPr>
            </a:pPr>
            <a:r>
              <a:t>Добавить Telegram/email-напоминания по дедлайнам сохранённых возможностей.</a:t>
            </a:r>
          </a:p>
          <a:p>
            <a:pPr>
              <a:spcAft>
                <a:spcPts val="700"/>
              </a:spcAft>
              <a:defRPr sz="1700">
                <a:solidFill>
                  <a:srgbClr val="E6EADA"/>
                </a:solidFill>
              </a:defRPr>
            </a:pPr>
            <a:r>
              <a:t>Добавить портал менторов для загрузки уроков, проверки заданий и фидбека.</a:t>
            </a:r>
          </a:p>
          <a:p>
            <a:pPr>
              <a:spcAft>
                <a:spcPts val="700"/>
              </a:spcAft>
              <a:defRPr sz="1700">
                <a:solidFill>
                  <a:srgbClr val="E6EADA"/>
                </a:solidFill>
              </a:defRPr>
            </a:pPr>
            <a:r>
              <a:t>Добавить мультиязычный интерфейс: русский, английский и казахский.</a:t>
            </a:r>
          </a:p>
          <a:p>
            <a:pPr>
              <a:spcAft>
                <a:spcPts val="700"/>
              </a:spcAft>
              <a:defRPr sz="1700">
                <a:solidFill>
                  <a:srgbClr val="E6EADA"/>
                </a:solidFill>
              </a:defRPr>
            </a:pPr>
            <a:r>
              <a:t>Добавить сертификаты, leaderboard и расширенный roadmap для 8, 9, 10 и 11 классов.</a:t>
            </a:r>
          </a:p>
          <a:p>
            <a:pPr>
              <a:spcAft>
                <a:spcPts val="700"/>
              </a:spcAft>
              <a:defRPr sz="1700">
                <a:solidFill>
                  <a:srgbClr val="E6EADA"/>
                </a:solidFill>
              </a:defRPr>
            </a:pPr>
            <a:r>
              <a:t>Добавить реальную AI-интеграцию для глубокого анализа CV и эссе при наличии API-ключей.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