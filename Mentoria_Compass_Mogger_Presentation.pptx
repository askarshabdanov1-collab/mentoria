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FF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738360" y="411480"/>
            <a:ext cx="1325880" cy="384048"/>
          </a:xfrm>
          <a:prstGeom prst="rect">
            <a:avLst/>
          </a:prstGeom>
          <a:solidFill>
            <a:srgbClr val="5AD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A0C0B"/>
                </a:solidFill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DFFF55"/>
                </a:solidFill>
              </a:rPr>
              <a:t>MENTORIA COMPASS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1005840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FFFEF0"/>
                </a:solidFill>
              </a:rPr>
              <a:t>Mentoria Compass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664208"/>
            <a:ext cx="10241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AAB8A9"/>
                </a:solidFill>
              </a:rPr>
              <a:t>Personalized EdTech hub for opportunities, async learning, AI roadmap and CV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04241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Team: Mogger</a:t>
            </a:r>
          </a:p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Captain: Shabdanov Askar / @LawDirr</a:t>
            </a:r>
          </a:p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Product: https://mentoria-compass.vercel.app</a:t>
            </a:r>
          </a:p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GitHub: https://github.com/askarshabdanov1-collab/Mentoria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FF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738360" y="411480"/>
            <a:ext cx="1325880" cy="384048"/>
          </a:xfrm>
          <a:prstGeom prst="rect">
            <a:avLst/>
          </a:prstGeom>
          <a:solidFill>
            <a:srgbClr val="5AD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A0C0B"/>
                </a:solidFill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DFFF55"/>
                </a:solidFill>
              </a:rPr>
              <a:t>MENTORIA COMPASS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1005840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FFFEF0"/>
                </a:solidFill>
              </a:rPr>
              <a:t>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664208"/>
            <a:ext cx="10241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AAB8A9"/>
                </a:solidFill>
              </a:rPr>
              <a:t>Mentoria is growing beyond Telegram and live calls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04241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Students miss live lessons because of school, exams, time zones and unstable schedules.</a:t>
            </a:r>
          </a:p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Opportunities are scattered across sites, channels, chats and documents.</a:t>
            </a:r>
          </a:p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Students do not know which programs fit their grade, interests and goals.</a:t>
            </a:r>
          </a:p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Mentoria needs a scalable system for courses, recommendations and student retention.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FF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738360" y="411480"/>
            <a:ext cx="1325880" cy="384048"/>
          </a:xfrm>
          <a:prstGeom prst="rect">
            <a:avLst/>
          </a:prstGeom>
          <a:solidFill>
            <a:srgbClr val="5AD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A0C0B"/>
                </a:solidFill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DFFF55"/>
                </a:solidFill>
              </a:rPr>
              <a:t>MENTORIA COMPASS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1005840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FFFEF0"/>
                </a:solidFill>
              </a:rPr>
              <a:t>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664208"/>
            <a:ext cx="10241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AAB8A9"/>
                </a:solidFill>
              </a:rPr>
              <a:t>One platform for opportunities, courses and personal progress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04241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Registration and personal student cabinet with saved opportunities and course progress.</a:t>
            </a:r>
          </a:p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Opportunity catalog with filters, search and profile match score.</a:t>
            </a:r>
          </a:p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Async Mentoria courses with lessons, tasks and completion tracking.</a:t>
            </a:r>
          </a:p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Admin panel for adding opportunities/courses without rebuilding the website.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FF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738360" y="411480"/>
            <a:ext cx="1325880" cy="384048"/>
          </a:xfrm>
          <a:prstGeom prst="rect">
            <a:avLst/>
          </a:prstGeom>
          <a:solidFill>
            <a:srgbClr val="5AD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A0C0B"/>
                </a:solidFill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DFFF55"/>
                </a:solidFill>
              </a:rPr>
              <a:t>MENTORIA COMPASS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1005840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FFFEF0"/>
                </a:solidFill>
              </a:rPr>
              <a:t>AI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664208"/>
            <a:ext cx="10241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AAB8A9"/>
                </a:solidFill>
              </a:rPr>
              <a:t>AI-style analysis that works without external API keys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04241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Readiness score based on grade, interests, goals, deadlines, saved items and course progress.</a:t>
            </a:r>
          </a:p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Strengths, risks and concrete next actions for each student.</a:t>
            </a:r>
          </a:p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Weekly action plan for applications and learning.</a:t>
            </a:r>
          </a:p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CV Review: upload/paste CV, find gaps, get improvements and rewrite weak bullets.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FF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738360" y="411480"/>
            <a:ext cx="1325880" cy="384048"/>
          </a:xfrm>
          <a:prstGeom prst="rect">
            <a:avLst/>
          </a:prstGeom>
          <a:solidFill>
            <a:srgbClr val="5AD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A0C0B"/>
                </a:solidFill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DFFF55"/>
                </a:solidFill>
              </a:rPr>
              <a:t>MENTORIA COMPASS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1005840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FFFEF0"/>
                </a:solidFill>
              </a:rPr>
              <a:t>User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664208"/>
            <a:ext cx="10241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AAB8A9"/>
                </a:solidFill>
              </a:rPr>
              <a:t>Designed for a 4-minute live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04241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Student registers, selects interests and goals.</a:t>
            </a:r>
          </a:p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Compass recommends opportunities and courses with match scores.</a:t>
            </a:r>
          </a:p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Student saves a program, completes a lesson and opens the cabinet.</a:t>
            </a:r>
          </a:p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Student uploads CV and receives gaps plus improvement plan.</a:t>
            </a:r>
          </a:p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Admin logs in and publishes a new opportunity through the backend.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FF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738360" y="411480"/>
            <a:ext cx="1325880" cy="384048"/>
          </a:xfrm>
          <a:prstGeom prst="rect">
            <a:avLst/>
          </a:prstGeom>
          <a:solidFill>
            <a:srgbClr val="5AD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A0C0B"/>
                </a:solidFill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DFFF55"/>
                </a:solidFill>
              </a:rPr>
              <a:t>MENTORIA COMPASS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1005840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FFFEF0"/>
                </a:solidFill>
              </a:rPr>
              <a:t>Technical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664208"/>
            <a:ext cx="10241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AAB8A9"/>
                </a:solidFill>
              </a:rPr>
              <a:t>Full-stack product deployed on Vercel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04241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Frontend: React + Vite + responsive dashboard UI.</a:t>
            </a:r>
          </a:p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Backend: Node serverless API on Vercel.</a:t>
            </a:r>
          </a:p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Auth: registration, login, logout and bearer token sessions.</a:t>
            </a:r>
          </a:p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Data: users, progress, saved opportunities, CV reviews, courses and admin content.</a:t>
            </a:r>
          </a:p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Production URL and GitHub repository are connected.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FF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738360" y="411480"/>
            <a:ext cx="1325880" cy="384048"/>
          </a:xfrm>
          <a:prstGeom prst="rect">
            <a:avLst/>
          </a:prstGeom>
          <a:solidFill>
            <a:srgbClr val="5AD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A0C0B"/>
                </a:solidFill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DFFF55"/>
                </a:solidFill>
              </a:rPr>
              <a:t>MENTORIA COMPASS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1005840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FFFEF0"/>
                </a:solidFill>
              </a:rPr>
              <a:t>Impact for Mentoria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664208"/>
            <a:ext cx="10241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AAB8A9"/>
                </a:solidFill>
              </a:rPr>
              <a:t>A scalable platform for students, mentors and partners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04241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Reduces dependence on Telegram and live-only learning.</a:t>
            </a:r>
          </a:p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Improves student retention through progress, deadlines and personalized next steps.</a:t>
            </a:r>
          </a:p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Makes Mentoria look more professional for schools, sponsors and partners.</a:t>
            </a:r>
          </a:p>
          <a:p>
            <a:pPr>
              <a:spcAft>
                <a:spcPts val="800"/>
              </a:spcAft>
              <a:defRPr sz="1900">
                <a:solidFill>
                  <a:srgbClr val="E6EADA"/>
                </a:solidFill>
              </a:defRPr>
            </a:pPr>
            <a:r>
              <a:t>Creates a foundation for future integrations: Supabase/Postgres, Telegram reminders and mentor portal.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